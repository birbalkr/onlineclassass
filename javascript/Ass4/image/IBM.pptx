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43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13000"/>
            </a:srgbClr>
          </a:solidFill>
          <a:ln w="12700">
            <a:solidFill>
              <a:srgbClr val="06B6D4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00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0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474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</a:t>
            </a: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AI-POWERED LEARNING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 AI.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Shape Tomorrow.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AI skills with personalised learning paths, an AI tutor that never sleeps, and a community of 200,000+ builders.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434840"/>
            <a:ext cx="210312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4531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4745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Learners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4434840"/>
            <a:ext cx="210312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44531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88920" y="4745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4434840"/>
            <a:ext cx="210312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44531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4745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AI Tutor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ThoughtLearn?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ThoughtLearn is an AI-powered online learning platform designed for cloud and AI engineers. It combines structured step-by-step courses with a built-in AI tutor that never sleeps — making learning faster, smarter, and more interactive than traditional platforms.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4389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9923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Personalised learning paths tailored to your goals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74136"/>
            <a:ext cx="4389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0156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tutor active on every lesson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76472"/>
            <a:ext cx="4389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0390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Earn badges as you hit milestones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78808"/>
            <a:ext cx="4389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062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Streak tracking to keep momentum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581144"/>
            <a:ext cx="43891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085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IBM watsonx virtual assistant on the platform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914400"/>
            <a:ext cx="3749040" cy="4114800"/>
          </a:xfrm>
          <a:prstGeom prst="rect">
            <a:avLst/>
          </a:prstGeom>
          <a:solidFill>
            <a:srgbClr val="13131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914400"/>
            <a:ext cx="3749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9509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✦  Learn with AI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1508760"/>
            <a:ext cx="347472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572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AI &amp; ML Fundamentals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Dr. Sarah Lin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2157984"/>
            <a:ext cx="2286000" cy="109728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2157984"/>
            <a:ext cx="14859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286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65% complete  ·  18h · 42 lessons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2606040"/>
            <a:ext cx="34747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🤖  AI Tutor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944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question! Backpropagation computes the gradient of the loss function using the chain rule…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3611880"/>
            <a:ext cx="16459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6393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Badge Earned!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Pro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3611880"/>
            <a:ext cx="1691640" cy="502920"/>
          </a:xfrm>
          <a:prstGeom prst="rect">
            <a:avLst/>
          </a:prstGeom>
          <a:solidFill>
            <a:srgbClr val="2D1B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63931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28-Day Streak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going!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42245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224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Courses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42245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224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Projects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86600" y="42245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4224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Community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01000" y="4224528"/>
            <a:ext cx="804672" cy="237744"/>
          </a:xfrm>
          <a:prstGeom prst="roundRect">
            <a:avLst>
              <a:gd name="adj" fmla="val 3076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422452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Pricing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200,000+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Worldwide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60120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64408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64408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960120"/>
            <a:ext cx="27432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08776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08776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Available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27432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Courses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4408" y="292608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926080"/>
            <a:ext cx="27432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64408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264408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08776" y="2926080"/>
            <a:ext cx="2743200" cy="1691640"/>
          </a:xfrm>
          <a:prstGeom prst="rect">
            <a:avLst/>
          </a:prstGeom>
          <a:solidFill>
            <a:srgbClr val="13131F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926080"/>
            <a:ext cx="27432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08776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208776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Learning Paths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96596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course suggestions based on your skills and goals — no generic one-size-fits-all curriculum.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60120"/>
            <a:ext cx="27432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74136" y="15270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— Always 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74136" y="196596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mid-lesson. Get instant, context-aware answers from ChatGPT or DeepSeek — right inside the platform.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960120"/>
            <a:ext cx="27432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18504" y="15270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196596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step-by-step progress bars and completion badges track your journey through every module.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53512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9768" y="35204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&amp; Badges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95935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achievement badges (e.g. Neural Networks Pro), maintain daily streaks, and celebrate every milestone.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2953512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953512"/>
            <a:ext cx="27432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74136" y="35204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Assistant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74136" y="395935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virtual assistant powered by IBM watsonx answers platform-level queries — scheduling, navigation, and support.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8776" y="2953512"/>
            <a:ext cx="274320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953512"/>
            <a:ext cx="27432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18504" y="35204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Start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18504" y="395935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required. Start with a free plan and upgrade when ready. Full access to core courses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Catalogue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1F6FE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69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App 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1F6FEB">
              <a:alpha val="45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10 Steps · Security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69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ChatBot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1305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Build · Watson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23863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69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916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305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238636">
              <a:alpha val="45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Version 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12280" y="9601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069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0372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Foundations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21305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FF9900">
              <a:alpha val="45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· Infrastructure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017520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004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879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CI/CD · Pipelines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23160" y="30175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249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23160" y="3017520"/>
            <a:ext cx="201168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51460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Containers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41879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2496ED">
              <a:alpha val="45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Containerisation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30175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1F6FE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3017520"/>
            <a:ext cx="2011680" cy="5486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70916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 Deployment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1879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1F6FEB">
              <a:alpha val="45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· Deploy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12280" y="3017520"/>
            <a:ext cx="2011680" cy="1783080"/>
          </a:xfrm>
          <a:prstGeom prst="rect">
            <a:avLst/>
          </a:prstGeom>
          <a:solidFill>
            <a:srgbClr val="13131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12280" y="3017520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1228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90372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 Fundamentals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49440" y="4187952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18h · 42 Lessons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Featured Course: IBM App ID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IBM App ID?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 ID is a cloud-based identity and access management service that provides authentication and authorisation for applications. Developers can integrate social login, email/password, and multi-factor authentication to secure access to resources and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Identity &amp; Access Mgmt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880360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8803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☁️ IBM Cloud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8803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🎓 10 Steps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644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🤖 AI Tutor Active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264408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2644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🆓 Lite Plan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264408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26440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🔑 OAuth / MFA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 App ID into cloud-native apps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37997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up social &amp; MFA authentication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994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user access control policies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188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credentials &amp; view App ID settings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960120"/>
            <a:ext cx="3840480" cy="4114800"/>
          </a:xfrm>
          <a:prstGeom prst="rect">
            <a:avLst/>
          </a:prstGeom>
          <a:solidFill>
            <a:srgbClr val="1313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960120"/>
            <a:ext cx="38404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987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// STEPS  ·  10 lessons · IBM App 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1463040"/>
            <a:ext cx="3840480" cy="32918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1499616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04688" y="15179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Open IBM Cloud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66360" y="1847088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4688" y="18653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Open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66360" y="2194560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04688" y="22128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Click App ID → Create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66360" y="2542032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04688" y="25603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– Create Service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66360" y="2889504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04688" y="29077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– Launch Watson Assist…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66360" y="3236976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04688" y="325526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– Create App ID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66360" y="3584448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04688" y="360273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– View App ID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66360" y="3931920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04688" y="39502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– Use Credentials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166360" y="4279392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04688" y="42976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– Manage App ID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166360" y="4626864"/>
            <a:ext cx="256032" cy="25603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4626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04688" y="46451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– 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Step-by-Step Learning Experience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120640" cy="4069080"/>
          </a:xfrm>
          <a:prstGeom prst="rect">
            <a:avLst/>
          </a:prstGeom>
          <a:solidFill>
            <a:srgbClr val="13131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12064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966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14"/>
                </a:solidFill>
              </a:rPr>
              <a:t>// STEP 1 OF 10  —  Open IBM Cloud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754880" cy="3337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4754880" cy="34747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2704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IBM Cloud  ·  Catalog  ·  Docs  ·  Support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Log 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Email or IBMid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2633472"/>
            <a:ext cx="17373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517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your.email@domain.com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8680" y="29443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Password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154680"/>
            <a:ext cx="173736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729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●●●●●●●●●●●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3529584"/>
            <a:ext cx="1737360" cy="2926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38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 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88920" y="1920240"/>
            <a:ext cx="237744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8346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Welcome to IBM 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Create, deploy, and manage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solutions across multiple clouds.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960120"/>
            <a:ext cx="3108960" cy="4069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97880" y="1508760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14"/>
                </a:solidFill>
              </a:rPr>
              <a:t>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508760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URL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8013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cloud.ibm.com/login in your browser.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9152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14"/>
                </a:solidFill>
              </a:rPr>
              <a:t>02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35915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or Register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IBM ID. New? Create a free account.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3209544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14"/>
                </a:solidFill>
              </a:rPr>
              <a:t>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209544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5021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logged in, you land on the IBM Cloud dashboard.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97880" y="4059936"/>
            <a:ext cx="329184" cy="3291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14"/>
                </a:solidFill>
              </a:rPr>
              <a:t>04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059936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App ID Service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35254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Catalog for 'App ID' to begin.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Tutor — Learn Without Limits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Always-On Learning Assistant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ThoughtLearn course ships with a live AI tutor embedded directly in the lesson view. No tab-switching, no Googling — ask your question right where you're learning.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73152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328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replies based on the current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7315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352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ChatGPT and DeepSeek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19272"/>
            <a:ext cx="731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37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Open Chat button — one click to activate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21608"/>
            <a:ext cx="7315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398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cleared between sessions (privacy-first)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23944"/>
            <a:ext cx="73152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42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leading LLMs, not static FAQs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17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Available AI Models: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974336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74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⚡ ChatGPT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4974336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1C6BA0"/>
          </a:solidFill>
          <a:ln w="12700">
            <a:solidFill>
              <a:srgbClr val="1C6B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4974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◎ DeepSeek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960120"/>
            <a:ext cx="3840480" cy="4160520"/>
          </a:xfrm>
          <a:prstGeom prst="rect">
            <a:avLst/>
          </a:prstGeom>
          <a:solidFill>
            <a:srgbClr val="13131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960120"/>
            <a:ext cx="3840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AI TUTOR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102412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0241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⚡ ChatGPT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1417320"/>
            <a:ext cx="38404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4356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Context: IBM App ID – Step 1 (Open IBM Cloud)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66360" y="1764792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810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Hi! I'm your AI assistant. Ask me anything about this step.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2212848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IBM App ID used for?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2660904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27066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 ID is a cloud identity service. It handles user authentication — social logins, MFA, and email/password auth — so your app doesn't have to build it from scratch.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410712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34564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 should I choose to start?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385876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39044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Lite Plan — it's free and covers the basics for this tutorial.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645152"/>
            <a:ext cx="36576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46725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Ask ChatGPT anything…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 watsonx Virtual Assistant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Platform-Level Support Built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ThoughtLearn integrates IBM watsonx as a site-wide virtual assistant — separate from the AI tutor. It handles platform navigation, appointment scheduling, and general support queries.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29768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511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Schedule an appointment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98648"/>
            <a:ext cx="429768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3522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See how I can help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82696"/>
            <a:ext cx="429768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192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Platform FAQ answers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429768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03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Course navigation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429768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793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🏢  Built with IBM watsonx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590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conversational AI powering the assistant widget on every page.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960120"/>
            <a:ext cx="3840480" cy="4160520"/>
          </a:xfrm>
          <a:prstGeom prst="rect">
            <a:avLst/>
          </a:prstGeom>
          <a:solidFill>
            <a:srgbClr val="13131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960120"/>
            <a:ext cx="3840480" cy="457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005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Assistant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100584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1600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Hi! I'm a virtual assistant.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can I help you today?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66360" y="2560320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2596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2999232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035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See how I can help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3438144"/>
            <a:ext cx="3017520" cy="347472"/>
          </a:xfrm>
          <a:prstGeom prst="roundRect">
            <a:avLst>
              <a:gd name="adj" fmla="val 31579"/>
            </a:avLst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474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Schedule an appointment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4251960"/>
            <a:ext cx="36576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Type something…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4736592"/>
            <a:ext cx="3840480" cy="292608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7548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Built with IBM watsonx  ℹ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029200" cy="5029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6B6D4">
              <a:alpha val="13000"/>
            </a:srgbClr>
          </a:solidFill>
          <a:ln w="12700">
            <a:solidFill>
              <a:srgbClr val="06B6D4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51960" y="274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</a:rPr>
              <a:t>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 your AI future?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200,000+ learners already transforming their careers.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no credit card needed.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3657600"/>
            <a:ext cx="22860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67588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Learning Free  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657600"/>
            <a:ext cx="228600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67588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▷  Browse Courses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Free plan  ·  No credit card  ·  Cancel anytime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457200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4572000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59352" y="457200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1688" y="457200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4024" y="45720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31F"/>
          </a:solidFill>
          <a:ln w="12700">
            <a:solidFill>
              <a:srgbClr val="1313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ThoughtLearn  ·  AI-Powered Learning for Cloud, DevOps &amp; AI Engineers  ·  v1.0.0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1088</Words>
  <Application>Microsoft Office PowerPoint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ThoughtLearn – Learn with AI</dc:title>
  <dc:subject>PptxGenJS Presentation</dc:subject>
  <dc:creator>PptxGenJS</dc:creator>
  <cp:lastModifiedBy>Birbal Kumar</cp:lastModifiedBy>
  <cp:revision>2</cp:revision>
  <dcterms:created xsi:type="dcterms:W3CDTF">2026-05-18T03:26:11Z</dcterms:created>
  <dcterms:modified xsi:type="dcterms:W3CDTF">2026-05-18T03:34:49Z</dcterms:modified>
</cp:coreProperties>
</file>